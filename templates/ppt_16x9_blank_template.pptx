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0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2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5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5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94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5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945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0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73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1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07289-13A8-4AF8-8189-850AC954E27E}" type="datetimeFigureOut">
              <a:rPr lang="en-US" smtClean="0"/>
              <a:t>2023-11-06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0792F-A09E-46C2-BB76-C101D9D6A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71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>Thomas Jefferson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Rishi Kothari</dc:creator>
  <cp:lastModifiedBy>Rishi Kothari</cp:lastModifiedBy>
  <cp:revision>2</cp:revision>
  <dcterms:created xsi:type="dcterms:W3CDTF">2023-11-06T16:00:42Z</dcterms:created>
  <dcterms:modified xsi:type="dcterms:W3CDTF">2023-11-06T16:00:58Z</dcterms:modified>
</cp:coreProperties>
</file>